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78" r:id="rId5"/>
    <p:sldId id="257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8E8FD"/>
    <a:srgbClr val="156082"/>
    <a:srgbClr val="FA5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69" autoAdjust="0"/>
    <p:restoredTop sz="94660"/>
  </p:normalViewPr>
  <p:slideViewPr>
    <p:cSldViewPr snapToGrid="0">
      <p:cViewPr varScale="1">
        <p:scale>
          <a:sx n="83" d="100"/>
          <a:sy n="83" d="100"/>
        </p:scale>
        <p:origin x="126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8FE227-206A-456A-8654-3E51834215D2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ADF836-8635-451B-B2B9-768B4E19AE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5599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7DDAE7-51E5-F99C-FB4C-55FE4BD8B0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C318D75-1EF1-5F4A-3819-95EF50550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E8CA21-37B3-6FF4-B64A-002609884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FC06-2D5C-4679-B715-F806FB4B7E12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14861E-9401-B095-B073-4DF3B1C63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FAD420-0DD8-3619-A417-51616A93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37ED-0926-48AE-A630-55503E329B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2531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E9EC7B-1350-6FB9-8110-2FD55EFEF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F1A3CD2-6606-BF03-777D-07CC1D917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BE8EE3-D4CA-BEED-FDAC-5D93CC5A9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FC06-2D5C-4679-B715-F806FB4B7E12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72AF56-71B0-62DD-7BFB-0D4B5CD64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F083D0-4B0C-4AC5-2B0D-EE36B4017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37ED-0926-48AE-A630-55503E329B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0241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AD3B8E-1083-B34A-1DBF-BDD2E00E7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D73345C-A05E-DD06-5171-BD1F659F2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AEFDF7-0A38-0BBF-64DE-6A6DA634C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FC06-2D5C-4679-B715-F806FB4B7E12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5BFC3E-28EA-8D62-653E-C5F5E4238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6E6562-9291-D6B7-4832-34E1BB7B8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37ED-0926-48AE-A630-55503E329B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9201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664B81-B1A4-E861-2B43-4EAE2B35C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F5ABBE-48E8-33D7-9CEF-108FFEB425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6469277-F101-954B-04C4-8F53EDF8E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E409407-BDB2-DF7E-EA9B-DDBA32C74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FC06-2D5C-4679-B715-F806FB4B7E12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F0942B9-B1CB-52DC-E6E0-DB4F7F532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EBF8F21-5C81-F3CE-B62E-E4B290C90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37ED-0926-48AE-A630-55503E329B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0701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B6E3BB-B303-A7DD-A25E-DD210540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AEE01B0-B5A9-E48B-FBA3-55636C48D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98E23AD-D5E9-63C9-B720-C6A0973EB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7F07B98-6062-A380-B260-C5606B09AE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D3A1808-D67D-6B2C-357B-1B3BD079A0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725B3C3-482A-706A-929B-27B1A1CE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FC06-2D5C-4679-B715-F806FB4B7E12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6BA1272-C000-FCCA-5CAD-72BB4B585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A1A3ADF-0CC9-DDB2-C746-21422BE66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37ED-0926-48AE-A630-55503E329B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1942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F0D3F1-6E82-4DD0-5434-5CFEB34E8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DC5EC74-9D75-8D55-7026-78CB9A414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FC06-2D5C-4679-B715-F806FB4B7E12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F4FD8F4-1956-ECD6-B61D-D5759C934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FBE9F21-18C9-ACAB-F41D-E3CC4599F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37ED-0926-48AE-A630-55503E329B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6605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7EB1A88-F0A9-EC05-12D5-405DCDAFD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FC06-2D5C-4679-B715-F806FB4B7E12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65E5D20-E463-8785-DD2E-E61054CE7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2BA341F-A51C-76A9-8FB2-7D4CA31C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37ED-0926-48AE-A630-55503E329B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8517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ACCE67-DB3C-0085-9998-5A8A4DD2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5DCCAE-7D08-D080-2BFB-D7A767FFA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5804AFF-794F-654F-9242-4B8AB2FE7E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63E3BCA-636B-09E3-8651-2920D22CF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FC06-2D5C-4679-B715-F806FB4B7E12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734B664-1684-D863-16C7-6F04801A4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F8D14B-5232-9B89-78ED-161652808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37ED-0926-48AE-A630-55503E329B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0928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C6A026-397C-F947-9A99-55B0837EA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1AD0EA4-09AC-2D2C-468B-280BA768A0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5349C1E-BA40-4FBA-D108-A3DBD4DAE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B4639CD-8DFE-2E6A-0959-27391CDB2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FC06-2D5C-4679-B715-F806FB4B7E12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4BC217E-6DF1-BB83-B035-296796FB1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5D181B-68DC-CB46-0273-04A09773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37ED-0926-48AE-A630-55503E329B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0408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27D4F2-F8B8-3941-6E3E-AABDEACBE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1BD9B92-240D-5CED-47BD-6D4BD3020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54FF9F-35F7-E0BE-F1BB-9C7B95584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FC06-2D5C-4679-B715-F806FB4B7E12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EDCCA1-950B-E5FD-731B-570E2A975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DA7C24-EF94-B478-2D97-3F3C198BA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37ED-0926-48AE-A630-55503E329B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3702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E27D0C7-26E1-FA8C-4E84-3DA5AB88BC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011DE00-54A6-D900-E261-FD27B2A1C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4CBCA8-A50A-CF8E-39F2-9F2EA04E4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FC06-2D5C-4679-B715-F806FB4B7E12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D71DB9D-9176-7B62-11EE-81FF8B59B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EF76F0-FDAB-2425-8A2D-7748D1A43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137ED-0926-48AE-A630-55503E329B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3964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530531F4-40B2-4E44-9C26-34B91157955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9143472" y="5709808"/>
            <a:ext cx="2529274" cy="52302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50000"/>
              </a:lnSpc>
              <a:buNone/>
              <a:defRPr sz="1866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04724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2pPr>
            <a:lvl3pPr marL="6094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914171" indent="0">
              <a:buNone/>
              <a:defRPr sz="1066">
                <a:solidFill>
                  <a:schemeClr val="tx1">
                    <a:tint val="75000"/>
                  </a:schemeClr>
                </a:solidFill>
              </a:defRPr>
            </a:lvl4pPr>
            <a:lvl5pPr marL="1218895" indent="0">
              <a:buNone/>
              <a:defRPr sz="1066">
                <a:solidFill>
                  <a:schemeClr val="tx1">
                    <a:tint val="75000"/>
                  </a:schemeClr>
                </a:solidFill>
              </a:defRPr>
            </a:lvl5pPr>
            <a:lvl6pPr marL="1523619" indent="0">
              <a:buNone/>
              <a:defRPr sz="1066">
                <a:solidFill>
                  <a:schemeClr val="tx1">
                    <a:tint val="75000"/>
                  </a:schemeClr>
                </a:solidFill>
              </a:defRPr>
            </a:lvl6pPr>
            <a:lvl7pPr marL="1828343" indent="0">
              <a:buNone/>
              <a:defRPr sz="1066">
                <a:solidFill>
                  <a:schemeClr val="tx1">
                    <a:tint val="75000"/>
                  </a:schemeClr>
                </a:solidFill>
              </a:defRPr>
            </a:lvl7pPr>
            <a:lvl8pPr marL="2133067" indent="0">
              <a:buNone/>
              <a:defRPr sz="1066">
                <a:solidFill>
                  <a:schemeClr val="tx1">
                    <a:tint val="75000"/>
                  </a:schemeClr>
                </a:solidFill>
              </a:defRPr>
            </a:lvl8pPr>
            <a:lvl9pPr marL="2437790" indent="0">
              <a:buNone/>
              <a:defRPr sz="106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日付</a:t>
            </a:r>
          </a:p>
        </p:txBody>
      </p:sp>
      <p:sp>
        <p:nvSpPr>
          <p:cNvPr id="13" name="字幕 2">
            <a:extLst>
              <a:ext uri="{FF2B5EF4-FFF2-40B4-BE49-F238E27FC236}">
                <a16:creationId xmlns:a16="http://schemas.microsoft.com/office/drawing/2014/main" id="{95102F8B-000A-4AC5-B75F-193C8F3D7D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0408" y="1930612"/>
            <a:ext cx="10217272" cy="76397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3199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304724" indent="0" algn="ctr">
              <a:buNone/>
              <a:defRPr sz="1333"/>
            </a:lvl2pPr>
            <a:lvl3pPr marL="609448" indent="0" algn="ctr">
              <a:buNone/>
              <a:defRPr sz="1200"/>
            </a:lvl3pPr>
            <a:lvl4pPr marL="914171" indent="0" algn="ctr">
              <a:buNone/>
              <a:defRPr sz="1066"/>
            </a:lvl4pPr>
            <a:lvl5pPr marL="1218895" indent="0" algn="ctr">
              <a:buNone/>
              <a:defRPr sz="1066"/>
            </a:lvl5pPr>
            <a:lvl6pPr marL="1523619" indent="0" algn="ctr">
              <a:buNone/>
              <a:defRPr sz="1066"/>
            </a:lvl6pPr>
            <a:lvl7pPr marL="1828343" indent="0" algn="ctr">
              <a:buNone/>
              <a:defRPr sz="1066"/>
            </a:lvl7pPr>
            <a:lvl8pPr marL="2133067" indent="0" algn="ctr">
              <a:buNone/>
              <a:defRPr sz="1066"/>
            </a:lvl8pPr>
            <a:lvl9pPr marL="2437790" indent="0" algn="ctr">
              <a:buNone/>
              <a:defRPr sz="1066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5" name="タイトル 1">
            <a:extLst>
              <a:ext uri="{FF2B5EF4-FFF2-40B4-BE49-F238E27FC236}">
                <a16:creationId xmlns:a16="http://schemas.microsoft.com/office/drawing/2014/main" id="{D73B784D-514E-4B2B-AC32-DB1C0C055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436" y="2850738"/>
            <a:ext cx="10221245" cy="1044044"/>
          </a:xfrm>
          <a:prstGeom prst="rect">
            <a:avLst/>
          </a:prstGeom>
        </p:spPr>
        <p:txBody>
          <a:bodyPr anchor="t" anchorCtr="0"/>
          <a:lstStyle>
            <a:lvl1pPr algn="l">
              <a:defRPr sz="5332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BC60C54-AEE3-4A57-A584-E2B8689010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1683" y="5531481"/>
            <a:ext cx="2652703" cy="1010026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AFE3EA27-2267-03A9-26C0-F55860599F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0" y="-1"/>
            <a:ext cx="12192000" cy="5045529"/>
          </a:xfrm>
          <a:prstGeom prst="rect">
            <a:avLst/>
          </a:prstGeom>
        </p:spPr>
      </p:pic>
      <p:pic>
        <p:nvPicPr>
          <p:cNvPr id="18" name="グラフィックス 17">
            <a:extLst>
              <a:ext uri="{FF2B5EF4-FFF2-40B4-BE49-F238E27FC236}">
                <a16:creationId xmlns:a16="http://schemas.microsoft.com/office/drawing/2014/main" id="{68B993D1-FDC5-25EB-F4E0-FC4556A97879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66772" y="5885609"/>
            <a:ext cx="1893691" cy="35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161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コンテンツ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タイトル 1">
            <a:extLst>
              <a:ext uri="{FF2B5EF4-FFF2-40B4-BE49-F238E27FC236}">
                <a16:creationId xmlns:a16="http://schemas.microsoft.com/office/drawing/2014/main" id="{B2ED5537-4705-B666-5DF6-5B39ACAC6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90000"/>
            <a:ext cx="11520000" cy="491574"/>
          </a:xfrm>
          <a:prstGeom prst="rect">
            <a:avLst/>
          </a:prstGeom>
          <a:effectLst/>
        </p:spPr>
        <p:txBody>
          <a:bodyPr anchor="t">
            <a:noAutofit/>
          </a:bodyPr>
          <a:lstStyle>
            <a:lvl1pPr algn="l">
              <a:defRPr sz="2500" b="1" spc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6" name="角丸四角形 4">
            <a:extLst>
              <a:ext uri="{FF2B5EF4-FFF2-40B4-BE49-F238E27FC236}">
                <a16:creationId xmlns:a16="http://schemas.microsoft.com/office/drawing/2014/main" id="{CB04728F-573F-1C52-F6FF-DF37814A6E00}"/>
              </a:ext>
            </a:extLst>
          </p:cNvPr>
          <p:cNvSpPr/>
          <p:nvPr userDrawn="1"/>
        </p:nvSpPr>
        <p:spPr>
          <a:xfrm>
            <a:off x="216000" y="216000"/>
            <a:ext cx="250648" cy="250648"/>
          </a:xfrm>
          <a:prstGeom prst="roundRect">
            <a:avLst>
              <a:gd name="adj" fmla="val 3713"/>
            </a:avLst>
          </a:prstGeom>
          <a:gradFill flip="none" rotWithShape="1">
            <a:gsLst>
              <a:gs pos="16000">
                <a:srgbClr val="003EBF"/>
              </a:gs>
              <a:gs pos="100000">
                <a:srgbClr val="2899F9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98967434-04F0-4292-CA72-E51C20B0CE30}"/>
              </a:ext>
            </a:extLst>
          </p:cNvPr>
          <p:cNvSpPr>
            <a:spLocks/>
          </p:cNvSpPr>
          <p:nvPr userDrawn="1">
            <p:custDataLst>
              <p:tags r:id="rId1"/>
            </p:custDataLst>
          </p:nvPr>
        </p:nvSpPr>
        <p:spPr>
          <a:xfrm>
            <a:off x="11548080" y="210462"/>
            <a:ext cx="302393" cy="2506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r" defTabSz="8163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2FA13F-839B-46E5-86C6-76A0113759A8}" type="slidenum">
              <a:rPr kumimoji="1" lang="en-US" altLang="ja-JP" sz="2800" b="1" i="0" u="none" strike="noStrike" kern="1200" cap="none" spc="0" normalizeH="0" baseline="3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pPr marL="0" marR="0" lvl="0" indent="0" algn="r" defTabSz="8163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ja-JP" sz="2800" b="1" i="0" u="none" strike="noStrike" kern="1200" cap="none" spc="0" normalizeH="0" baseline="3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2B980C4-B3F2-CB48-0B9C-122899BE93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38783" y="6622886"/>
            <a:ext cx="720988" cy="18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63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C9307A8-7CB8-FE47-4024-A1C1BA016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71002A-8A6A-D95C-DCCB-8592F07FF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4E21AC-0ADD-FA65-187C-BD1784C7A8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9AFC06-2D5C-4679-B715-F806FB4B7E12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7B0C2D-FAFF-352D-BB13-9FD2F1BF11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913368-B58D-D073-7190-265B168794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3137ED-0926-48AE-A630-55503E329B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667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3DF9C-EA5A-1765-0374-C8E65C7D1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C46B84CF-97EA-B404-FA70-A7A4BE460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萩原提案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63E6906-B076-B634-8E7D-B2B6A4A98325}"/>
              </a:ext>
            </a:extLst>
          </p:cNvPr>
          <p:cNvSpPr txBox="1"/>
          <p:nvPr/>
        </p:nvSpPr>
        <p:spPr>
          <a:xfrm>
            <a:off x="623454" y="916954"/>
            <a:ext cx="8272896" cy="5016758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●対象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　本番環境だが、ユーザ影響のない変更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・ログに対する処理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・アラートに対する処理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・サーバを操作するためのサーバ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など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●承認方法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　・技術課長が、対象か判断する。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　・技術課長が、対応内容に問題ない事を判断する。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　・上記判断を、品証課長の確認できる場所で行う。（</a:t>
            </a:r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CC</a:t>
            </a: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で連絡する、など）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●ルールへの本反映タイミング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　・</a:t>
            </a:r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2027/3</a:t>
            </a: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（年度末）に予定される「サービスソフト開発運用基準 第</a:t>
            </a:r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版発行」に加える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●今回の変更内容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　・</a:t>
            </a:r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DR</a:t>
            </a: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サービスが開始する前のデータ削除（ユーザに影響なし）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　・データ取得の最新日判定のためにのみ使用しており、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全データ削除した場合でも、全データを再取得するのみでユーザへの影響は無し（リスク低い）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89806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96A7B84-8BAE-46E1-793A-CC3D9849ECE9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9143472" y="5244443"/>
            <a:ext cx="2529274" cy="1008802"/>
          </a:xfrm>
        </p:spPr>
        <p:txBody>
          <a:bodyPr/>
          <a:lstStyle/>
          <a:p>
            <a:r>
              <a:rPr lang="en-US" altLang="ja-JP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2026/</a:t>
            </a:r>
            <a:r>
              <a:rPr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＊＊</a:t>
            </a:r>
            <a:r>
              <a:rPr lang="en-US" altLang="ja-JP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＊＊</a:t>
            </a:r>
            <a:endParaRPr kumimoji="1" lang="en-US" altLang="ja-JP" dirty="0">
              <a:solidFill>
                <a:schemeClr val="tx1">
                  <a:lumMod val="85000"/>
                  <a:lumOff val="1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部門名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7D971237-536C-EA5A-71F2-53D97165E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377" y="2087776"/>
            <a:ext cx="10221245" cy="2065124"/>
          </a:xfrm>
        </p:spPr>
        <p:txBody>
          <a:bodyPr>
            <a:noAutofit/>
          </a:bodyPr>
          <a:lstStyle/>
          <a:p>
            <a:r>
              <a:rPr lang="ja-JP" altLang="en-US" sz="4000" dirty="0"/>
              <a:t>モジュール</a:t>
            </a:r>
            <a:endParaRPr kumimoji="1" lang="ja-JP" altLang="en-US" sz="4000" dirty="0"/>
          </a:p>
        </p:txBody>
      </p:sp>
      <p:sp>
        <p:nvSpPr>
          <p:cNvPr id="3" name="テキスト プレースホルダー 1">
            <a:extLst>
              <a:ext uri="{FF2B5EF4-FFF2-40B4-BE49-F238E27FC236}">
                <a16:creationId xmlns:a16="http://schemas.microsoft.com/office/drawing/2014/main" id="{C4ED25ED-8822-2118-CEEE-59E0A7B411F3}"/>
              </a:ext>
            </a:extLst>
          </p:cNvPr>
          <p:cNvSpPr txBox="1">
            <a:spLocks/>
          </p:cNvSpPr>
          <p:nvPr/>
        </p:nvSpPr>
        <p:spPr>
          <a:xfrm>
            <a:off x="9143472" y="5913914"/>
            <a:ext cx="2529274" cy="44986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r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866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0472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3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9448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171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06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1889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06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2361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06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82834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06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133067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06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3779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06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42562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XOXOFORSELECTIONXOXO" val="XOXOFORSELECTIONXOXO3"/>
</p:tagLst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D345C480EE86EC47B65C4F9AB0478841" ma:contentTypeVersion="13" ma:contentTypeDescription="新しいドキュメントを作成します。" ma:contentTypeScope="" ma:versionID="610cd79e572c85d6c11787e836a6a0fb">
  <xsd:schema xmlns:xsd="http://www.w3.org/2001/XMLSchema" xmlns:xs="http://www.w3.org/2001/XMLSchema" xmlns:p="http://schemas.microsoft.com/office/2006/metadata/properties" xmlns:ns2="ab414644-aafe-430e-ad60-ba1892a9cf4a" xmlns:ns3="33f2a4ac-a04e-4886-8fc8-700e60df136a" targetNamespace="http://schemas.microsoft.com/office/2006/metadata/properties" ma:root="true" ma:fieldsID="a693d9da097aa7cfc7f503bcc450f8a5" ns2:_="" ns3:_="">
    <xsd:import namespace="ab414644-aafe-430e-ad60-ba1892a9cf4a"/>
    <xsd:import namespace="33f2a4ac-a04e-4886-8fc8-700e60df136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414644-aafe-430e-ad60-ba1892a9cf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画像タグ" ma:readOnly="false" ma:fieldId="{5cf76f15-5ced-4ddc-b409-7134ff3c332f}" ma:taxonomyMulti="true" ma:sspId="ce391acf-b2a8-4a1c-9c03-161b1cee912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f2a4ac-a04e-4886-8fc8-700e60df136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8348398-dd4b-44b7-bc12-e5b749bf6278}" ma:internalName="TaxCatchAll" ma:showField="CatchAllData" ma:web="33f2a4ac-a04e-4886-8fc8-700e60df136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b414644-aafe-430e-ad60-ba1892a9cf4a">
      <Terms xmlns="http://schemas.microsoft.com/office/infopath/2007/PartnerControls"/>
    </lcf76f155ced4ddcb4097134ff3c332f>
    <TaxCatchAll xmlns="33f2a4ac-a04e-4886-8fc8-700e60df136a" xsi:nil="true"/>
  </documentManagement>
</p:properties>
</file>

<file path=customXml/itemProps1.xml><?xml version="1.0" encoding="utf-8"?>
<ds:datastoreItem xmlns:ds="http://schemas.openxmlformats.org/officeDocument/2006/customXml" ds:itemID="{D96AF308-14DB-4E4A-B84D-5B3DC55B75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b414644-aafe-430e-ad60-ba1892a9cf4a"/>
    <ds:schemaRef ds:uri="33f2a4ac-a04e-4886-8fc8-700e60df13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D82FFAD-FF2A-4B6E-A456-2F3E576039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2CB1C2-2A37-481B-9FE1-FD952BA34003}">
  <ds:schemaRefs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purl.org/dc/elements/1.1/"/>
    <ds:schemaRef ds:uri="f6e07168-55f5-4811-826a-8e0e5326bcd1"/>
    <ds:schemaRef ds:uri="http://www.w3.org/XML/1998/namespace"/>
    <ds:schemaRef ds:uri="http://schemas.microsoft.com/office/2006/documentManagement/types"/>
    <ds:schemaRef ds:uri="3815ac57-2826-4a5c-9046-4911b189970d"/>
    <ds:schemaRef ds:uri="http://purl.org/dc/dcmitype/"/>
    <ds:schemaRef ds:uri="ab414644-aafe-430e-ad60-ba1892a9cf4a"/>
    <ds:schemaRef ds:uri="33f2a4ac-a04e-4886-8fc8-700e60df136a"/>
  </ds:schemaRefs>
</ds:datastoreItem>
</file>

<file path=docMetadata/LabelInfo.xml><?xml version="1.0" encoding="utf-8"?>
<clbl:labelList xmlns:clbl="http://schemas.microsoft.com/office/2020/mipLabelMetadata">
  <clbl:label id="{4863f5d6-4760-4589-be9c-42f82e075739}" enabled="0" method="" siteId="{4863f5d6-4760-4589-be9c-42f82e07573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3195</TotalTime>
  <Words>189</Words>
  <Application>Microsoft Office PowerPoint</Application>
  <PresentationFormat>ワイド画面</PresentationFormat>
  <Paragraphs>24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BIZ UDPゴシック</vt:lpstr>
      <vt:lpstr>Meiryo UI</vt:lpstr>
      <vt:lpstr>游ゴシック</vt:lpstr>
      <vt:lpstr>游ゴシック Light</vt:lpstr>
      <vt:lpstr>Arial</vt:lpstr>
      <vt:lpstr>Office テーマ</vt:lpstr>
      <vt:lpstr>萩原提案</vt:lpstr>
      <vt:lpstr>モジュール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Ueda Misato (上田 美里)</dc:creator>
  <cp:lastModifiedBy>Hoashi Masakazu (帆足 正和)</cp:lastModifiedBy>
  <cp:revision>54</cp:revision>
  <dcterms:created xsi:type="dcterms:W3CDTF">2026-03-27T07:24:13Z</dcterms:created>
  <dcterms:modified xsi:type="dcterms:W3CDTF">2026-09-04T08:34:33Z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0x010100D345C480EE86EC47B65C4F9AB0478841</vt:lpwstr>
  </property>
  <property fmtid="{D5CDD505-2E9C-101B-9397-08002B2CF9AE}" pid="3" name="MediaServiceImageTags">
    <vt:lpwstr/>
  </property>
</Properties>
</file>